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【テーマ】等角予測（conformal prediction）による分布によらない予測区間。
【なぜこのテーマか】
・中心となる定理が順序統計量と交換可能性の議論だけで証明でき、証明を自分で書ける。
・理論が予言する数値が事前に分かっているため、実験が理論の答え合わせになり、結果が空振りしない。
・予測の不確実性の定量化という実務的な主題に直結している。
【3つの問い】
1. 有限標本の被覆保証が理論の上下界を満たすか。被覆率の分布が Beta 分布に一致するか。
2. 下敷きモデルとスコアの選び方で区間幅がどう変わるか。被覆はモデル非依存だが幅は依存する。
3. 条件付き被覆は分布に仮定を置かない限り達成不可能（Barber et al. 2021）。異分散データでの破綻を示し、CQR で改善する。
【扱う範囲】回帰に限定し、分割等角予測・正規化残差・CQR を主軸、jackknife+ と共変量シフトを各1節。分類は今後の課題。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卒業研究テーマ案 ｜ 2026年度後期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60720" y="3840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6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応用数学科 4年　黒沢研究室　（氏名）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等角予測による分布によらない予測区間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for Distribution-Free Predictive Inference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481328"/>
          </a:xfrm>
          <a:prstGeom prst="roundRect">
            <a:avLst>
              <a:gd name="adj" fmla="val 370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751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予測モデルにもデータ分布にも仮定を置かず、有限のデータだけで予測区間を構成する。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23591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交換可能性のみを仮定して、被覆保証が有限標本で次の形に成立する。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67004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α  ≤  P ( Y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n+1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C ( 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n+1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 )  ≤  1 − α + 1 / ( n + 1 )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3383280" cy="2084832"/>
          </a:xfrm>
          <a:prstGeom prst="roundRect">
            <a:avLst>
              <a:gd name="adj" fmla="val 2193"/>
            </a:avLst>
          </a:prstGeom>
          <a:solidFill>
            <a:srgbClr val="F1F5F9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76472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44752" y="3794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保証は成り立つか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36168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有限標本の被覆保証を検証する。理論の上下界に入ることに加え、被覆率の分布が Beta 分布と一致することまで確かめる。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3520440"/>
            <a:ext cx="3383280" cy="2084832"/>
          </a:xfrm>
          <a:prstGeom prst="roundRect">
            <a:avLst>
              <a:gd name="adj" fmla="val 2193"/>
            </a:avLst>
          </a:prstGeom>
          <a:solidFill>
            <a:srgbClr val="F1F5F9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776472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93792" y="3794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区間は使えるか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63440" y="436168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被覆が保証されても実用的とは限らない。下敷きモデル（線形回帰／RF／勾配ブースティング）と非適合度スコアが区間幅に与える影響を比較する。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3520440"/>
            <a:ext cx="3383280" cy="2084832"/>
          </a:xfrm>
          <a:prstGeom prst="roundRect">
            <a:avLst>
              <a:gd name="adj" fmla="val 2193"/>
            </a:avLst>
          </a:prstGeom>
          <a:solidFill>
            <a:srgbClr val="F1F5F9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3776472"/>
            <a:ext cx="402336" cy="40233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42832" y="3794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どこで壊れるか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412480" y="436168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条件付き被覆は原理的に達成できない（不可能性定理）。異分散データでの破綻を可視化し、CQR による改善と分布シフト下の挙動を調べる。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8704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　</a:t>
            </a:r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定理の証明 → シミュレーション（被覆・幅・層別被覆）→ UCI 実データでの検証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主要文献　</a:t>
            </a:r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Angelopoulos &amp; Bates (2023); Lei et al. (2018), JASA; Romano et al. (2019), NeurIPS; Barber et al. (2021), Ann. Statist.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卒業研究テーマ案</dc:title>
  <dc:subject>PptxGenJS Presentation</dc:subject>
  <dc:creator>TUS Applied Mathematics</dc:creator>
  <cp:lastModifiedBy>TUS Applied Mathematics</cp:lastModifiedBy>
  <cp:revision>1</cp:revision>
  <dcterms:created xsi:type="dcterms:W3CDTF">2026-08-14T17:03:38Z</dcterms:created>
  <dcterms:modified xsi:type="dcterms:W3CDTF">2026-08-14T17:03:38Z</dcterms:modified>
</cp:coreProperties>
</file>